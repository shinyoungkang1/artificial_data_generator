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Ops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" y="100"/>
          <a:ext cx="620" cy="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"/>
                <a:gridCol w="155"/>
                <a:gridCol w="155"/>
                <a:gridCol w="155"/>
              </a:tblGrid>
              <a:tr h="23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Global Dynamics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INV-387837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3126.85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refunded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Prime Works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INV-394016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83896.72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overdue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Union Energy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INV-652732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3,316.82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Global Dynamics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INV-325897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64393.66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refunded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Global Energy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INV-385932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113144.52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Paid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Global Dynamics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INV-251522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41492.53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overdue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Global Dynamics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INV-251522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41492.53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overdue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North Works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INV-572431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 101697.38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paid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Delta Foods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INV-998685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refunded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Delta Foods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INV-998685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refunded</a:t>
                      </a:r>
                    </a:p>
                  </a:txBody>
                  <a:tcPr/>
                </a:tc>
              </a:tr>
              <a:tr h="23">
                <a:tc>
                  <a:txBody>
                    <a:bodyPr/>
                    <a:lstStyle/>
                    <a:p>
                      <a:r>
                        <a:t>North Dynamics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INV-527793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13875.3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overdue</a:t>
                      </a:r>
                    </a:p>
                  </a:txBody>
                  <a:tcPr/>
                </a:tc>
              </a:tr>
              <a:tr h="24">
                <a:tc>
                  <a:txBody>
                    <a:bodyPr/>
                    <a:lstStyle/>
                    <a:p>
                      <a:r>
                        <a:t>North Foods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INV-346560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112433.38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